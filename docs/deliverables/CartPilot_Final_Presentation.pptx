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/Users/priyanshuraj/Projects/cartpilot/PROJECT_REPORT_OUTLINE.md</a:t>
            </a:r>
          </a:p>
          <a:p>
            <a:r>
              <a:t>The AI Manager Sitting on Top of Your Inventory Explainable e-commerce coordination with guarded execution [Student / team names] • [Institution] • [Department] • [Project guide]</a:t>
            </a:r>
          </a:p>
          <a:p>
            <a:r>
              <a:t>Confidence and priority are heuristics. Shopify is mocked/read-only. No measured business uplift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/Users/priyanshuraj/Projects/cartpilot/PROJECT_REPORT_OUTLINE.md</a:t>
            </a:r>
          </a:p>
          <a:p>
            <a:r>
              <a:t>A discount can conflict with low stock Weak listing content can resemble weak demand Independent proposals need a shared operational priority</a:t>
            </a:r>
          </a:p>
          <a:p>
            <a:r>
              <a:t>Confidence and priority are heuristics. Shopify is mocked/read-only. No measured business uplift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/Users/priyanshuraj/Projects/cartpilot/PROJECT_REPORT_OUTLINE.md</a:t>
            </a:r>
          </a:p>
          <a:p>
            <a:r>
              <a:t>Four typed, explainable specialist recommendations One merchant-goal priority plan Policy validation, approval and persistent audit</a:t>
            </a:r>
          </a:p>
          <a:p>
            <a:r>
              <a:t>Confidence and priority are heuristics. Shopify is mocked/read-only. No measured business uplift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/Users/priyanshuraj/Projects/cartpilot/PROJECT_REPORT_OUTLINE.md</a:t>
            </a:r>
          </a:p>
          <a:p>
            <a:r>
              <a:t>Scoped store data → shared signals Specialists → conflict and dependency resolution Advisory queue → separately reviewed action</a:t>
            </a:r>
          </a:p>
          <a:p>
            <a:r>
              <a:t>Confidence and priority are heuristics. Shopify is mocked/read-only. No measured business uplift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/Users/priyanshuraj/Projects/cartpilot/PROJECT_REPORT_OUTLINE.md</a:t>
            </a:r>
          </a:p>
          <a:p>
            <a:r>
              <a:t>React / TypeScript → FastAPI → relational data Shopify import: read-only; Redis: optional Local price/listing edits; simulated restock/promotions</a:t>
            </a:r>
          </a:p>
          <a:p>
            <a:r>
              <a:t>Confidence and priority are heuristics. Shopify is mocked/read-only. No measured business uplift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/Users/priyanshuraj/Projects/cartpilot/PROJECT_REPORT_OUTLINE.md</a:t>
            </a:r>
          </a:p>
          <a:p>
            <a:r>
              <a:t>Pricing: bounded Decimal price rules Restock: demand + safety + buffer deficit Promotion: inventory and margin-safe discounts Listing: grounded quality checks and suggestions</a:t>
            </a:r>
          </a:p>
          <a:p>
            <a:r>
              <a:t>Confidence and priority are heuristics. Shopify is mocked/read-only. No measured business uplift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/Users/priyanshuraj/Projects/cartpilot/PROJECT_REPORT_OUTLINE.md</a:t>
            </a:r>
          </a:p>
          <a:p>
            <a:r>
              <a:t>Balanced Growth: critical restock first Listing before inappropriate demand stimulation Show selected, blocked and omitted work</a:t>
            </a:r>
          </a:p>
          <a:p>
            <a:r>
              <a:t>Confidence and priority are heuristics. Shopify is mocked/read-only. No measured business uplift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/Users/priyanshuraj/Projects/cartpilot/PROJECT_REPORT_OUTLINE.md</a:t>
            </a:r>
          </a:p>
          <a:p>
            <a:r>
              <a:t>Review and approval do not execute Separate confirmation + current-state revalidation 50% price movement fails the 10% policy</a:t>
            </a:r>
          </a:p>
          <a:p>
            <a:r>
              <a:t>Confidence and priority are heuristics. Shopify is mocked/read-only. No measured business uplift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/Users/priyanshuraj/Projects/cartpilot/PROJECT_REPORT_OUTLINE.md</a:t>
            </a:r>
          </a:p>
          <a:p>
            <a:r>
              <a:t>Mouse: 8 available; 5/day; restock 67 Approved local price: 999 → 1048.95 Persistent execution audit; Shopify import mocked</a:t>
            </a:r>
          </a:p>
          <a:p>
            <a:r>
              <a:t>Confidence and priority are heuristics. Shopify is mocked/read-only. No measured business uplift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/Users/priyanshuraj/Projects/cartpilot/PROJECT_REPORT_OUTLINE.md</a:t>
            </a:r>
          </a:p>
          <a:p>
            <a:r>
              <a:t>560 backend tests; 76 frontend tests TypeScript / Vite build and 9 browser routes passed Fresh migrations/seed; stale-state and policy blocks Basic PostgreSQL execution checked; cloud unverified</a:t>
            </a:r>
          </a:p>
          <a:p>
            <a:r>
              <a:t>Confidence and priority are heuristics. Shopify is mocked/read-only. No measured business uplift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/Users/priyanshuraj/Projects/cartpilot/PROJECT_REPORT_OUTLINE.md</a:t>
            </a:r>
          </a:p>
          <a:p>
            <a:r>
              <a:t>Deterministic heuristics; no trained forecasting or learning No production authentication; trusted private access External actions simulated; Shopify read-only Future: identity, forecasting and authorized adapters</a:t>
            </a:r>
          </a:p>
          <a:p>
            <a:r>
              <a:t>Confidence and priority are heuristics. Shopify is mocked/read-only. No measured business uplift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/Users/priyanshuraj/Projects/cartpilot/PROJECT_REPORT_OUTLINE.md</a:t>
            </a:r>
          </a:p>
          <a:p>
            <a:r>
              <a:t>Explainable coordination across four domains Human control, current-state safety and audit evidence Trusted academic demo; no business uplift claimed</a:t>
            </a:r>
          </a:p>
          <a:p>
            <a:r>
              <a:t>Confidence and priority are heuristics. Shopify is mocked/read-only. No measured business uplift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38BDF8"/>
                </a:solidFill>
                <a:latin typeface="Aptos"/>
              </a:defRPr>
            </a:pPr>
            <a:r>
              <a:t>CartPilot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The AI Manager Sitting on Top of Your Inventory</a:t>
            </a:r>
          </a:p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Explainable e-commerce coordination with guarded execution</a:t>
            </a:r>
          </a:p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[Student / team names] • [Institution] • [Department] • [Project guide]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  <a:latin typeface="Aptos"/>
              </a:defRPr>
            </a:pPr>
            <a:r>
              <a:t>CartPilot | deterministic specialists • guarded local/simulated actions                                     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38BDF8"/>
                </a:solidFill>
                <a:latin typeface="Aptos"/>
              </a:defRPr>
            </a:pPr>
            <a:r>
              <a:t>The coordination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A discount can conflict with low stock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Weak listing content can resemble weak demand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Independent proposals need a shared operational priority</a:t>
            </a:r>
          </a:p>
        </p:txBody>
      </p:sp>
      <p:pic>
        <p:nvPicPr>
          <p:cNvPr id="4" name="Picture 3" descr="02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93849"/>
            <a:ext cx="5943600" cy="412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  <a:latin typeface="Aptos"/>
              </a:defRPr>
            </a:pPr>
            <a:r>
              <a:t>CartPilot | deterministic specialists • guarded local/simulated actions                                     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38BDF8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Four typed, explainable specialist recommendations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One merchant-goal priority plan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Policy validation, approval and persistent audit</a:t>
            </a:r>
          </a:p>
        </p:txBody>
      </p:sp>
      <p:pic>
        <p:nvPicPr>
          <p:cNvPr id="4" name="Picture 3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93849"/>
            <a:ext cx="5943600" cy="412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  <a:latin typeface="Aptos"/>
              </a:defRPr>
            </a:pPr>
            <a:r>
              <a:t>CartPilot | deterministic specialists • guarded local/simulated actions                                     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38BDF8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Scoped store data → shared signals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Specialists → conflict and dependency resolution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Advisory queue → separately reviewed action</a:t>
            </a:r>
          </a:p>
        </p:txBody>
      </p:sp>
      <p:pic>
        <p:nvPicPr>
          <p:cNvPr id="4" name="Picture 3" descr="08_ai_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93849"/>
            <a:ext cx="5943600" cy="412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  <a:latin typeface="Aptos"/>
              </a:defRPr>
            </a:pPr>
            <a:r>
              <a:t>CartPilot | deterministic specialists • guarded local/simulated actions                                     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38BDF8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React / TypeScript → FastAPI → relational data</a:t>
            </a:r>
          </a:p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Shopify import: read-only; Redis: optional</a:t>
            </a:r>
          </a:p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Local price/listing edits; simulated restock/promotions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  <a:latin typeface="Aptos"/>
              </a:defRPr>
            </a:pPr>
            <a:r>
              <a:t>CartPilot | deterministic specialists • guarded local/simulated actions                                     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38BDF8"/>
                </a:solidFill>
                <a:latin typeface="Aptos"/>
              </a:defRPr>
            </a:pPr>
            <a:r>
              <a:t>Four specialist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Pricing: bounded Decimal price rules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Restock: demand + safety + buffer deficit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Promotion: inventory and margin-safe discounts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Listing: grounded quality checks and suggestions</a:t>
            </a:r>
          </a:p>
        </p:txBody>
      </p:sp>
      <p:pic>
        <p:nvPicPr>
          <p:cNvPr id="4" name="Picture 3" descr="05_restock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93849"/>
            <a:ext cx="5943600" cy="412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  <a:latin typeface="Aptos"/>
              </a:defRPr>
            </a:pPr>
            <a:r>
              <a:t>CartPilot | deterministic specialists • guarded local/simulated actions                                     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38BDF8"/>
                </a:solidFill>
                <a:latin typeface="Aptos"/>
              </a:defRPr>
            </a:pPr>
            <a:r>
              <a:t>Master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Balanced Growth: critical restock first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Listing before inappropriate demand stimulation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Show selected, blocked and omitted work</a:t>
            </a:r>
          </a:p>
        </p:txBody>
      </p:sp>
      <p:pic>
        <p:nvPicPr>
          <p:cNvPr id="4" name="Picture 3" descr="09_priority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632" y="1234440"/>
            <a:ext cx="405289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  <a:latin typeface="Aptos"/>
              </a:defRPr>
            </a:pPr>
            <a:r>
              <a:t>CartPilot | deterministic specialists • guarded local/simulated actions                                     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38BDF8"/>
                </a:solidFill>
                <a:latin typeface="Aptos"/>
              </a:defRPr>
            </a:pPr>
            <a:r>
              <a:t>Approval and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Review and approval do not execute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Separate confirmation + current-state revalidation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50% price movement fails the 10% policy</a:t>
            </a:r>
          </a:p>
        </p:txBody>
      </p:sp>
      <p:pic>
        <p:nvPicPr>
          <p:cNvPr id="4" name="Picture 3" descr="12_execution_confi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93849"/>
            <a:ext cx="5943600" cy="412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  <a:latin typeface="Aptos"/>
              </a:defRPr>
            </a:pPr>
            <a:r>
              <a:t>CartPilot | deterministic specialists • guarded local/simulated actions                                     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38BDF8"/>
                </a:solidFill>
                <a:latin typeface="Aptos"/>
              </a:defRPr>
            </a:pPr>
            <a:r>
              <a:t>Demonstrated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Mouse: 8 available; 5/day; restock 67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Approved local price: 999 → 1048.95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Persistent execution audit; Shopify import mocked</a:t>
            </a:r>
          </a:p>
        </p:txBody>
      </p:sp>
      <p:pic>
        <p:nvPicPr>
          <p:cNvPr id="4" name="Picture 3" descr="13_audit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93849"/>
            <a:ext cx="5943600" cy="412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  <a:latin typeface="Aptos"/>
              </a:defRPr>
            </a:pPr>
            <a:r>
              <a:t>CartPilot | deterministic specialists • guarded local/simulated actions                                     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38BDF8"/>
                </a:solidFill>
                <a:latin typeface="Aptos"/>
              </a:defRPr>
            </a:pPr>
            <a: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560 backend tests; 76 frontend tests</a:t>
            </a:r>
          </a:p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TypeScript / Vite build and 9 browser routes passed</a:t>
            </a:r>
          </a:p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Fresh migrations/seed; stale-state and policy blocks</a:t>
            </a:r>
          </a:p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Basic PostgreSQL execution checked; cloud unverified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  <a:latin typeface="Aptos"/>
              </a:defRPr>
            </a:pPr>
            <a:r>
              <a:t>CartPilot | deterministic specialists • guarded local/simulated actions                                    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38BDF8"/>
                </a:solidFill>
                <a:latin typeface="Aptos"/>
              </a:defRPr>
            </a:pPr>
            <a:r>
              <a:t>Limits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Deterministic heuristics; no trained forecasting or learning</a:t>
            </a:r>
          </a:p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No production authentication; trusted private access</a:t>
            </a:r>
          </a:p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External actions simulated; Shopify read-only</a:t>
            </a:r>
          </a:p>
          <a:p>
            <a:pPr>
              <a:spcAft>
                <a:spcPts val="1800"/>
              </a:spcAft>
              <a:defRPr sz="2800">
                <a:solidFill>
                  <a:srgbClr val="E2E8F0"/>
                </a:solidFill>
                <a:latin typeface="Aptos"/>
              </a:defRPr>
            </a:pPr>
            <a:r>
              <a:t>Future: identity, forecasting and authorized adapters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  <a:latin typeface="Aptos"/>
              </a:defRPr>
            </a:pPr>
            <a:r>
              <a:t>CartPilot | deterministic specialists • guarded local/simulated actions                                    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>
                <a:solidFill>
                  <a:srgbClr val="38BDF8"/>
                </a:solidFill>
                <a:latin typeface="Aptos"/>
              </a:defRPr>
            </a:pPr>
            <a:r>
              <a:t>Conclusion and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Explainable coordination across four domains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Human control, current-state safety and audit evidence</a:t>
            </a:r>
          </a:p>
          <a:p>
            <a:pPr>
              <a:spcAft>
                <a:spcPts val="1800"/>
              </a:spcAft>
              <a:defRPr sz="2300">
                <a:solidFill>
                  <a:srgbClr val="E2E8F0"/>
                </a:solidFill>
                <a:latin typeface="Aptos"/>
              </a:defRPr>
            </a:pPr>
            <a:r>
              <a:t>Trusted academic demo; no business uplift claimed</a:t>
            </a:r>
          </a:p>
        </p:txBody>
      </p:sp>
      <p:pic>
        <p:nvPicPr>
          <p:cNvPr id="4" name="Picture 3" descr="08_ai_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93849"/>
            <a:ext cx="5943600" cy="412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  <a:latin typeface="Aptos"/>
              </a:defRPr>
            </a:pPr>
            <a:r>
              <a:t>CartPilot | deterministic specialists • guarded local/simulated actions                                    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